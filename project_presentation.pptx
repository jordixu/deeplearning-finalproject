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D69C1F-3C6D-94BC-14C9-E586101DECCC}" name="Sinan Bueyuek" initials="SB" userId="S::Sinan.Bueyuek@bwedu.de::bdbb390a-6c00-4e19-9867-42b81cd17247" providerId="AD"/>
  <p188:author id="{8F1C0758-F575-2A15-A210-F2691D6D6035}" name="Sinan Büyük" initials="SB" userId="S::zxokt12@s-cloud.uni-tuebingen.de::f5cc66d2-18bf-4ea9-97da-08cd2f2cc21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.eith@outlook.com" userId="S::urn:spo:guest#michael.eith@outlook.com::" providerId="AD" clId="Web-{B93F2D23-5383-E9E4-3C50-9EAAC962463D}"/>
    <pc:docChg chg="modSld">
      <pc:chgData name="michael.eith@outlook.com" userId="S::urn:spo:guest#michael.eith@outlook.com::" providerId="AD" clId="Web-{B93F2D23-5383-E9E4-3C50-9EAAC962463D}" dt="2026-05-31T22:40:14.819" v="95" actId="1076"/>
      <pc:docMkLst>
        <pc:docMk/>
      </pc:docMkLst>
      <pc:sldChg chg="modSp">
        <pc:chgData name="michael.eith@outlook.com" userId="S::urn:spo:guest#michael.eith@outlook.com::" providerId="AD" clId="Web-{B93F2D23-5383-E9E4-3C50-9EAAC962463D}" dt="2026-05-31T22:36:49.134" v="70" actId="14100"/>
        <pc:sldMkLst>
          <pc:docMk/>
          <pc:sldMk cId="0" sldId="258"/>
        </pc:sldMkLst>
        <pc:spChg chg="mod">
          <ac:chgData name="michael.eith@outlook.com" userId="S::urn:spo:guest#michael.eith@outlook.com::" providerId="AD" clId="Web-{B93F2D23-5383-E9E4-3C50-9EAAC962463D}" dt="2026-05-31T16:13:56.843" v="0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4:20.047" v="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22:36:22.617" v="66" actId="14100"/>
          <ac:spMkLst>
            <pc:docMk/>
            <pc:sldMk cId="0" sldId="258"/>
            <ac:spMk id="13" creationId="{00000000-0000-0000-0000-000000000000}"/>
          </ac:spMkLst>
        </pc:spChg>
        <pc:picChg chg="mod">
          <ac:chgData name="michael.eith@outlook.com" userId="S::urn:spo:guest#michael.eith@outlook.com::" providerId="AD" clId="Web-{B93F2D23-5383-E9E4-3C50-9EAAC962463D}" dt="2026-05-31T22:36:49.134" v="70" actId="14100"/>
          <ac:picMkLst>
            <pc:docMk/>
            <pc:sldMk cId="0" sldId="258"/>
            <ac:picMk id="20" creationId="{A29866FA-9029-E8DE-EC50-027DD2685713}"/>
          </ac:picMkLst>
        </pc:picChg>
      </pc:sldChg>
      <pc:sldChg chg="modSp">
        <pc:chgData name="michael.eith@outlook.com" userId="S::urn:spo:guest#michael.eith@outlook.com::" providerId="AD" clId="Web-{B93F2D23-5383-E9E4-3C50-9EAAC962463D}" dt="2026-05-31T16:14:44.658" v="17" actId="20577"/>
        <pc:sldMkLst>
          <pc:docMk/>
          <pc:sldMk cId="0" sldId="259"/>
        </pc:sldMkLst>
        <pc:spChg chg="mod">
          <ac:chgData name="michael.eith@outlook.com" userId="S::urn:spo:guest#michael.eith@outlook.com::" providerId="AD" clId="Web-{B93F2D23-5383-E9E4-3C50-9EAAC962463D}" dt="2026-05-31T16:14:44.658" v="17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4:39.439" v="15" actId="205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4:26.735" v="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4:34.767" v="11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">
        <pc:chgData name="michael.eith@outlook.com" userId="S::urn:spo:guest#michael.eith@outlook.com::" providerId="AD" clId="Web-{B93F2D23-5383-E9E4-3C50-9EAAC962463D}" dt="2026-05-31T16:15:43.363" v="34" actId="20577"/>
        <pc:sldMkLst>
          <pc:docMk/>
          <pc:sldMk cId="0" sldId="260"/>
        </pc:sldMkLst>
        <pc:spChg chg="mod">
          <ac:chgData name="michael.eith@outlook.com" userId="S::urn:spo:guest#michael.eith@outlook.com::" providerId="AD" clId="Web-{B93F2D23-5383-E9E4-3C50-9EAAC962463D}" dt="2026-05-31T16:15:43.363" v="34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5:23.315" v="25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15:38.847" v="30" actId="20577"/>
          <ac:spMkLst>
            <pc:docMk/>
            <pc:sldMk cId="0" sldId="260"/>
            <ac:spMk id="23" creationId="{00000000-0000-0000-0000-000000000000}"/>
          </ac:spMkLst>
        </pc:spChg>
      </pc:sldChg>
      <pc:sldChg chg="modSp">
        <pc:chgData name="michael.eith@outlook.com" userId="S::urn:spo:guest#michael.eith@outlook.com::" providerId="AD" clId="Web-{B93F2D23-5383-E9E4-3C50-9EAAC962463D}" dt="2026-05-31T22:40:14.819" v="95" actId="1076"/>
        <pc:sldMkLst>
          <pc:docMk/>
          <pc:sldMk cId="0" sldId="261"/>
        </pc:sldMkLst>
        <pc:picChg chg="mod">
          <ac:chgData name="michael.eith@outlook.com" userId="S::urn:spo:guest#michael.eith@outlook.com::" providerId="AD" clId="Web-{B93F2D23-5383-E9E4-3C50-9EAAC962463D}" dt="2026-05-31T22:40:14.819" v="95" actId="1076"/>
          <ac:picMkLst>
            <pc:docMk/>
            <pc:sldMk cId="0" sldId="261"/>
            <ac:picMk id="58" creationId="{36C81CC7-5E54-2B2D-31B3-FA7384DC0D0E}"/>
          </ac:picMkLst>
        </pc:picChg>
      </pc:sldChg>
      <pc:sldChg chg="modSp">
        <pc:chgData name="michael.eith@outlook.com" userId="S::urn:spo:guest#michael.eith@outlook.com::" providerId="AD" clId="Web-{B93F2D23-5383-E9E4-3C50-9EAAC962463D}" dt="2026-05-31T22:38:34.888" v="94" actId="14100"/>
        <pc:sldMkLst>
          <pc:docMk/>
          <pc:sldMk cId="0" sldId="262"/>
        </pc:sldMkLst>
        <pc:spChg chg="mod">
          <ac:chgData name="michael.eith@outlook.com" userId="S::urn:spo:guest#michael.eith@outlook.com::" providerId="AD" clId="Web-{B93F2D23-5383-E9E4-3C50-9EAAC962463D}" dt="2026-05-31T16:48:00.879" v="37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48:13.208" v="40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48:24.396" v="43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ichael.eith@outlook.com" userId="S::urn:spo:guest#michael.eith@outlook.com::" providerId="AD" clId="Web-{B93F2D23-5383-E9E4-3C50-9EAAC962463D}" dt="2026-05-31T16:48:36.568" v="45" actId="20577"/>
          <ac:spMkLst>
            <pc:docMk/>
            <pc:sldMk cId="0" sldId="262"/>
            <ac:spMk id="17" creationId="{00000000-0000-0000-0000-000000000000}"/>
          </ac:spMkLst>
        </pc:spChg>
        <pc:picChg chg="mod">
          <ac:chgData name="michael.eith@outlook.com" userId="S::urn:spo:guest#michael.eith@outlook.com::" providerId="AD" clId="Web-{B93F2D23-5383-E9E4-3C50-9EAAC962463D}" dt="2026-05-31T22:38:34.888" v="94" actId="14100"/>
          <ac:picMkLst>
            <pc:docMk/>
            <pc:sldMk cId="0" sldId="262"/>
            <ac:picMk id="25" creationId="{0A6CB47D-5076-9F5E-E17B-A0EC08AE4512}"/>
          </ac:picMkLst>
        </pc:picChg>
      </pc:sldChg>
    </pc:docChg>
  </pc:docChgLst>
  <pc:docChgLst>
    <pc:chgData name="JORDI XU WANG" userId="ba6f657f-373d-490c-aa5e-41839518c040" providerId="ADAL" clId="{73970770-93FF-4EC2-8495-66A39EB368A3}"/>
    <pc:docChg chg="undo redo custSel addSld delSld modSld modMainMaster">
      <pc:chgData name="JORDI XU WANG" userId="ba6f657f-373d-490c-aa5e-41839518c040" providerId="ADAL" clId="{73970770-93FF-4EC2-8495-66A39EB368A3}" dt="2026-06-07T12:21:13.113" v="812" actId="20577"/>
      <pc:docMkLst>
        <pc:docMk/>
      </pc:docMkLst>
      <pc:sldChg chg="modSp add del mod modTransition setBg">
        <pc:chgData name="JORDI XU WANG" userId="ba6f657f-373d-490c-aa5e-41839518c040" providerId="ADAL" clId="{73970770-93FF-4EC2-8495-66A39EB368A3}" dt="2026-05-31T19:30:11.186" v="653"/>
        <pc:sldMkLst>
          <pc:docMk/>
          <pc:sldMk cId="0" sldId="256"/>
        </pc:sldMkLst>
        <pc:spChg chg="mod">
          <ac:chgData name="JORDI XU WANG" userId="ba6f657f-373d-490c-aa5e-41839518c040" providerId="ADAL" clId="{73970770-93FF-4EC2-8495-66A39EB368A3}" dt="2026-05-31T14:41:53.044" v="75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add del mod modTransition setBg">
        <pc:chgData name="JORDI XU WANG" userId="ba6f657f-373d-490c-aa5e-41839518c040" providerId="ADAL" clId="{73970770-93FF-4EC2-8495-66A39EB368A3}" dt="2026-06-01T08:27:25.853" v="753" actId="1076"/>
        <pc:sldMkLst>
          <pc:docMk/>
          <pc:sldMk cId="0" sldId="258"/>
        </pc:sldMkLst>
        <pc:spChg chg="mod">
          <ac:chgData name="JORDI XU WANG" userId="ba6f657f-373d-490c-aa5e-41839518c040" providerId="ADAL" clId="{73970770-93FF-4EC2-8495-66A39EB368A3}" dt="2026-06-01T08:27:16.958" v="752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5:56:45.562" v="104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05.835" v="77" actId="33524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59.765" v="76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1T08:27:25.853" v="753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1T08:27:25.853" v="753" actId="1076"/>
          <ac:spMkLst>
            <pc:docMk/>
            <pc:sldMk cId="0" sldId="258"/>
            <ac:spMk id="16" creationId="{00000000-0000-0000-0000-000000000000}"/>
          </ac:spMkLst>
        </pc:spChg>
        <pc:picChg chg="add mod">
          <ac:chgData name="JORDI XU WANG" userId="ba6f657f-373d-490c-aa5e-41839518c040" providerId="ADAL" clId="{73970770-93FF-4EC2-8495-66A39EB368A3}" dt="2026-06-01T08:27:25.853" v="753" actId="1076"/>
          <ac:picMkLst>
            <pc:docMk/>
            <pc:sldMk cId="0" sldId="258"/>
            <ac:picMk id="20" creationId="{A29866FA-9029-E8DE-EC50-027DD2685713}"/>
          </ac:picMkLst>
        </pc:picChg>
      </pc:sldChg>
      <pc:sldChg chg="modSp add del mod modTransition setBg">
        <pc:chgData name="JORDI XU WANG" userId="ba6f657f-373d-490c-aa5e-41839518c040" providerId="ADAL" clId="{73970770-93FF-4EC2-8495-66A39EB368A3}" dt="2026-05-31T19:30:11.186" v="653"/>
        <pc:sldMkLst>
          <pc:docMk/>
          <pc:sldMk cId="0" sldId="259"/>
        </pc:sldMkLst>
        <pc:spChg chg="mod">
          <ac:chgData name="JORDI XU WANG" userId="ba6f657f-373d-490c-aa5e-41839518c040" providerId="ADAL" clId="{73970770-93FF-4EC2-8495-66A39EB368A3}" dt="2026-05-31T17:26:18.476" v="606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6.695" v="80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32.591" v="8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32.591" v="8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2:22.023" v="78" actId="1076"/>
          <ac:spMkLst>
            <pc:docMk/>
            <pc:sldMk cId="0" sldId="259"/>
            <ac:spMk id="17" creationId="{00000000-0000-0000-0000-000000000000}"/>
          </ac:spMkLst>
        </pc:spChg>
      </pc:sldChg>
      <pc:sldChg chg="addSp modSp add del mod modTransition setBg">
        <pc:chgData name="JORDI XU WANG" userId="ba6f657f-373d-490c-aa5e-41839518c040" providerId="ADAL" clId="{73970770-93FF-4EC2-8495-66A39EB368A3}" dt="2026-05-31T19:30:11.186" v="653"/>
        <pc:sldMkLst>
          <pc:docMk/>
          <pc:sldMk cId="0" sldId="260"/>
        </pc:sldMkLst>
        <pc:spChg chg="mod">
          <ac:chgData name="JORDI XU WANG" userId="ba6f657f-373d-490c-aa5e-41839518c040" providerId="ADAL" clId="{73970770-93FF-4EC2-8495-66A39EB368A3}" dt="2026-05-31T17:26:21.951" v="608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08.513" v="90" actId="276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28.877" v="95" actId="107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28.877" v="95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2.125" v="96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3:35.935" v="97" actId="1076"/>
          <ac:spMkLst>
            <pc:docMk/>
            <pc:sldMk cId="0" sldId="260"/>
            <ac:spMk id="23" creationId="{00000000-0000-0000-0000-000000000000}"/>
          </ac:spMkLst>
        </pc:spChg>
      </pc:sldChg>
      <pc:sldChg chg="addSp delSp modSp add del mod modTransition setBg">
        <pc:chgData name="JORDI XU WANG" userId="ba6f657f-373d-490c-aa5e-41839518c040" providerId="ADAL" clId="{73970770-93FF-4EC2-8495-66A39EB368A3}" dt="2026-06-01T08:28:42.968" v="807" actId="20577"/>
        <pc:sldMkLst>
          <pc:docMk/>
          <pc:sldMk cId="0" sldId="261"/>
        </pc:sldMkLst>
        <pc:spChg chg="mod">
          <ac:chgData name="JORDI XU WANG" userId="ba6f657f-373d-490c-aa5e-41839518c040" providerId="ADAL" clId="{73970770-93FF-4EC2-8495-66A39EB368A3}" dt="2026-05-31T17:26:25.274" v="61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4:42.858" v="467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4:30.874" v="462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4:46.606" v="46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5:05.388" v="47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5:05.388" v="471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5:40.665" v="533" actId="107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5:38.475" v="531" actId="20577"/>
          <ac:spMkLst>
            <pc:docMk/>
            <pc:sldMk cId="0" sldId="261"/>
            <ac:spMk id="3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7:25:02.258" v="599" actId="1076"/>
          <ac:spMkLst>
            <pc:docMk/>
            <pc:sldMk cId="0" sldId="261"/>
            <ac:spMk id="4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41:39.191" v="71" actId="20577"/>
          <ac:spMkLst>
            <pc:docMk/>
            <pc:sldMk cId="0" sldId="261"/>
            <ac:spMk id="5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1T08:27:36.314" v="755" actId="1076"/>
          <ac:spMkLst>
            <pc:docMk/>
            <pc:sldMk cId="0" sldId="261"/>
            <ac:spMk id="5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1T08:28:42.968" v="807" actId="20577"/>
          <ac:spMkLst>
            <pc:docMk/>
            <pc:sldMk cId="0" sldId="261"/>
            <ac:spMk id="56" creationId="{00000000-0000-0000-0000-000000000000}"/>
          </ac:spMkLst>
        </pc:spChg>
        <pc:picChg chg="add mod">
          <ac:chgData name="JORDI XU WANG" userId="ba6f657f-373d-490c-aa5e-41839518c040" providerId="ADAL" clId="{73970770-93FF-4EC2-8495-66A39EB368A3}" dt="2026-06-01T08:27:36.314" v="755" actId="1076"/>
          <ac:picMkLst>
            <pc:docMk/>
            <pc:sldMk cId="0" sldId="261"/>
            <ac:picMk id="58" creationId="{36C81CC7-5E54-2B2D-31B3-FA7384DC0D0E}"/>
          </ac:picMkLst>
        </pc:picChg>
      </pc:sldChg>
      <pc:sldChg chg="addSp delSp modSp add del mod modTransition setBg">
        <pc:chgData name="JORDI XU WANG" userId="ba6f657f-373d-490c-aa5e-41839518c040" providerId="ADAL" clId="{73970770-93FF-4EC2-8495-66A39EB368A3}" dt="2026-06-07T12:21:13.113" v="812" actId="20577"/>
        <pc:sldMkLst>
          <pc:docMk/>
          <pc:sldMk cId="0" sldId="262"/>
        </pc:sldMkLst>
        <pc:spChg chg="mod">
          <ac:chgData name="JORDI XU WANG" userId="ba6f657f-373d-490c-aa5e-41839518c040" providerId="ADAL" clId="{73970770-93FF-4EC2-8495-66A39EB368A3}" dt="2026-05-31T14:44:15.867" v="98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1:02.750" v="226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6:00.037" v="563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7T12:21:13.113" v="812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0:07.964" v="125" actId="107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6-01T08:28:20.270" v="799" actId="1076"/>
          <ac:spMkLst>
            <pc:docMk/>
            <pc:sldMk cId="0" sldId="262"/>
            <ac:spMk id="21" creationId="{00000000-0000-0000-0000-000000000000}"/>
          </ac:spMkLst>
        </pc:spChg>
        <pc:spChg chg="add mod">
          <ac:chgData name="JORDI XU WANG" userId="ba6f657f-373d-490c-aa5e-41839518c040" providerId="ADAL" clId="{73970770-93FF-4EC2-8495-66A39EB368A3}" dt="2026-05-31T16:00:56.822" v="225" actId="20577"/>
          <ac:spMkLst>
            <pc:docMk/>
            <pc:sldMk cId="0" sldId="262"/>
            <ac:spMk id="22" creationId="{FD29CB73-0A9E-1195-F77E-A75D73F2C570}"/>
          </ac:spMkLst>
        </pc:spChg>
        <pc:picChg chg="add mod">
          <ac:chgData name="JORDI XU WANG" userId="ba6f657f-373d-490c-aa5e-41839518c040" providerId="ADAL" clId="{73970770-93FF-4EC2-8495-66A39EB368A3}" dt="2026-06-01T08:28:21.669" v="800" actId="1076"/>
          <ac:picMkLst>
            <pc:docMk/>
            <pc:sldMk cId="0" sldId="262"/>
            <ac:picMk id="25" creationId="{0A6CB47D-5076-9F5E-E17B-A0EC08AE4512}"/>
          </ac:picMkLst>
        </pc:picChg>
      </pc:sldChg>
      <pc:sldChg chg="add del modTransition setBg">
        <pc:chgData name="JORDI XU WANG" userId="ba6f657f-373d-490c-aa5e-41839518c040" providerId="ADAL" clId="{73970770-93FF-4EC2-8495-66A39EB368A3}" dt="2026-05-31T19:30:11.186" v="653"/>
        <pc:sldMkLst>
          <pc:docMk/>
          <pc:sldMk cId="0" sldId="263"/>
        </pc:sldMkLst>
      </pc:sldChg>
      <pc:sldChg chg="addSp delSp modSp add del mod modTransition setBg">
        <pc:chgData name="JORDI XU WANG" userId="ba6f657f-373d-490c-aa5e-41839518c040" providerId="ADAL" clId="{73970770-93FF-4EC2-8495-66A39EB368A3}" dt="2026-05-31T20:18:26.118" v="743" actId="20577"/>
        <pc:sldMkLst>
          <pc:docMk/>
          <pc:sldMk cId="0" sldId="264"/>
        </pc:sldMkLst>
        <pc:spChg chg="mod">
          <ac:chgData name="JORDI XU WANG" userId="ba6f657f-373d-490c-aa5e-41839518c040" providerId="ADAL" clId="{73970770-93FF-4EC2-8495-66A39EB368A3}" dt="2026-05-31T15:56:53.470" v="108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8:58.049" v="427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09.437" v="429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8:26.118" v="743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16.211" v="430" actId="1076"/>
          <ac:spMkLst>
            <pc:docMk/>
            <pc:sldMk cId="0" sldId="264"/>
            <ac:spMk id="36" creationId="{00000000-0000-0000-0000-000000000000}"/>
          </ac:spMkLst>
        </pc:spChg>
        <pc:spChg chg="add mod">
          <ac:chgData name="JORDI XU WANG" userId="ba6f657f-373d-490c-aa5e-41839518c040" providerId="ADAL" clId="{73970770-93FF-4EC2-8495-66A39EB368A3}" dt="2026-05-31T17:26:42.939" v="619" actId="20577"/>
          <ac:spMkLst>
            <pc:docMk/>
            <pc:sldMk cId="0" sldId="264"/>
            <ac:spMk id="40" creationId="{E8415A01-E7A2-0B9B-22BE-B7BE0B8D7531}"/>
          </ac:spMkLst>
        </pc:spChg>
      </pc:sldChg>
      <pc:sldChg chg="addSp delSp modSp add del mod modTransition setBg">
        <pc:chgData name="JORDI XU WANG" userId="ba6f657f-373d-490c-aa5e-41839518c040" providerId="ADAL" clId="{73970770-93FF-4EC2-8495-66A39EB368A3}" dt="2026-05-31T20:19:53.998" v="749" actId="20577"/>
        <pc:sldMkLst>
          <pc:docMk/>
          <pc:sldMk cId="0" sldId="265"/>
        </pc:sldMkLst>
        <pc:spChg chg="mod">
          <ac:chgData name="JORDI XU WANG" userId="ba6f657f-373d-490c-aa5e-41839518c040" providerId="ADAL" clId="{73970770-93FF-4EC2-8495-66A39EB368A3}" dt="2026-05-31T17:26:31.622" v="61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3.861" v="442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9:35.355" v="440" actId="20577"/>
          <ac:spMkLst>
            <pc:docMk/>
            <pc:sldMk cId="0" sldId="265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2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2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9:53.998" v="749" actId="20577"/>
          <ac:spMkLst>
            <pc:docMk/>
            <pc:sldMk cId="0" sldId="265"/>
            <ac:spMk id="2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9:52.264" v="748" actId="20577"/>
          <ac:spMkLst>
            <pc:docMk/>
            <pc:sldMk cId="0" sldId="265"/>
            <ac:spMk id="2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3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3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3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3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6:44.953" v="738" actId="14100"/>
          <ac:spMkLst>
            <pc:docMk/>
            <pc:sldMk cId="0" sldId="265"/>
            <ac:spMk id="4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1:17.714" v="443" actId="1076"/>
          <ac:spMkLst>
            <pc:docMk/>
            <pc:sldMk cId="0" sldId="265"/>
            <ac:spMk id="4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7:26:37.801" v="617" actId="20577"/>
          <ac:spMkLst>
            <pc:docMk/>
            <pc:sldMk cId="0" sldId="265"/>
            <ac:spMk id="51" creationId="{00000000-0000-0000-0000-000000000000}"/>
          </ac:spMkLst>
        </pc:spChg>
      </pc:sldChg>
      <pc:sldChg chg="add del modTransition setBg">
        <pc:chgData name="JORDI XU WANG" userId="ba6f657f-373d-490c-aa5e-41839518c040" providerId="ADAL" clId="{73970770-93FF-4EC2-8495-66A39EB368A3}" dt="2026-05-31T19:39:15.263" v="659"/>
        <pc:sldMkLst>
          <pc:docMk/>
          <pc:sldMk cId="0" sldId="266"/>
        </pc:sldMkLst>
      </pc:sldChg>
      <pc:sldChg chg="modSp add del mod modTransition setBg">
        <pc:chgData name="JORDI XU WANG" userId="ba6f657f-373d-490c-aa5e-41839518c040" providerId="ADAL" clId="{73970770-93FF-4EC2-8495-66A39EB368A3}" dt="2026-05-31T20:16:08.892" v="733" actId="20577"/>
        <pc:sldMkLst>
          <pc:docMk/>
          <pc:sldMk cId="0" sldId="267"/>
        </pc:sldMkLst>
        <pc:spChg chg="mod">
          <ac:chgData name="JORDI XU WANG" userId="ba6f657f-373d-490c-aa5e-41839518c040" providerId="ADAL" clId="{73970770-93FF-4EC2-8495-66A39EB368A3}" dt="2026-05-31T20:16:08.892" v="733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add del mod modTransition setBg">
        <pc:chgData name="JORDI XU WANG" userId="ba6f657f-373d-490c-aa5e-41839518c040" providerId="ADAL" clId="{73970770-93FF-4EC2-8495-66A39EB368A3}" dt="2026-05-31T20:15:59.398" v="728" actId="20577"/>
        <pc:sldMkLst>
          <pc:docMk/>
          <pc:sldMk cId="0" sldId="268"/>
        </pc:sldMkLst>
        <pc:spChg chg="mod">
          <ac:chgData name="JORDI XU WANG" userId="ba6f657f-373d-490c-aa5e-41839518c040" providerId="ADAL" clId="{73970770-93FF-4EC2-8495-66A39EB368A3}" dt="2026-05-31T20:15:59.398" v="728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689" v="38" actId="27636"/>
          <ac:spMkLst>
            <pc:docMk/>
            <pc:sldMk cId="0" sldId="268"/>
            <ac:spMk id="9" creationId="{00000000-0000-0000-0000-000000000000}"/>
          </ac:spMkLst>
        </pc:spChg>
      </pc:sldChg>
      <pc:sldChg chg="modSp add del mod modTransition setBg">
        <pc:chgData name="JORDI XU WANG" userId="ba6f657f-373d-490c-aa5e-41839518c040" providerId="ADAL" clId="{73970770-93FF-4EC2-8495-66A39EB368A3}" dt="2026-05-31T20:16:23.558" v="737" actId="255"/>
        <pc:sldMkLst>
          <pc:docMk/>
          <pc:sldMk cId="0" sldId="269"/>
        </pc:sldMkLst>
        <pc:spChg chg="mod">
          <ac:chgData name="JORDI XU WANG" userId="ba6f657f-373d-490c-aa5e-41839518c040" providerId="ADAL" clId="{73970770-93FF-4EC2-8495-66A39EB368A3}" dt="2026-05-31T20:16:12.311" v="735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5:51.098" v="726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6:23.558" v="737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6:23.558" v="737" actId="25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6:23.558" v="737" actId="25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6:17.510" v="736" actId="14100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5:51.098" v="726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5:51.098" v="726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5:51.098" v="726" actId="1076"/>
          <ac:spMkLst>
            <pc:docMk/>
            <pc:sldMk cId="0" sldId="269"/>
            <ac:spMk id="16" creationId="{00000000-0000-0000-0000-000000000000}"/>
          </ac:spMkLst>
        </pc:spChg>
        <pc:picChg chg="mod">
          <ac:chgData name="JORDI XU WANG" userId="ba6f657f-373d-490c-aa5e-41839518c040" providerId="ADAL" clId="{73970770-93FF-4EC2-8495-66A39EB368A3}" dt="2026-05-31T20:15:51.098" v="726" actId="1076"/>
          <ac:picMkLst>
            <pc:docMk/>
            <pc:sldMk cId="0" sldId="269"/>
            <ac:picMk id="21" creationId="{A45B1F6C-E23D-5202-929F-0165D2A1E230}"/>
          </ac:picMkLst>
        </pc:picChg>
      </pc:sldChg>
      <pc:sldChg chg="modSp add del mod modTransition setBg">
        <pc:chgData name="JORDI XU WANG" userId="ba6f657f-373d-490c-aa5e-41839518c040" providerId="ADAL" clId="{73970770-93FF-4EC2-8495-66A39EB368A3}" dt="2026-05-31T20:11:47.287" v="723" actId="1076"/>
        <pc:sldMkLst>
          <pc:docMk/>
          <pc:sldMk cId="0" sldId="270"/>
        </pc:sldMkLst>
        <pc:spChg chg="mod">
          <ac:chgData name="JORDI XU WANG" userId="ba6f657f-373d-490c-aa5e-41839518c040" providerId="ADAL" clId="{73970770-93FF-4EC2-8495-66A39EB368A3}" dt="2026-05-31T17:26:57.942" v="625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3.165" v="722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7.287" v="723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1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1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3.165" v="722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7.287" v="723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1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388" v="716" actId="2763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2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3.165" v="722" actId="107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7.287" v="723" actId="107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23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24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2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375" v="712" actId="2763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3.165" v="722" actId="107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47.287" v="723" actId="1076"/>
          <ac:spMkLst>
            <pc:docMk/>
            <pc:sldMk cId="0" sldId="270"/>
            <ac:spMk id="2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3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7.028" v="721" actId="14100"/>
          <ac:spMkLst>
            <pc:docMk/>
            <pc:sldMk cId="0" sldId="270"/>
            <ac:spMk id="3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386" v="715" actId="2763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20:11:32.611" v="720" actId="14100"/>
          <ac:spMkLst>
            <pc:docMk/>
            <pc:sldMk cId="0" sldId="270"/>
            <ac:spMk id="33" creationId="{00000000-0000-0000-0000-000000000000}"/>
          </ac:spMkLst>
        </pc:spChg>
      </pc:sldChg>
      <pc:sldChg chg="delSp modSp add del mod modTransition setBg">
        <pc:chgData name="JORDI XU WANG" userId="ba6f657f-373d-490c-aa5e-41839518c040" providerId="ADAL" clId="{73970770-93FF-4EC2-8495-66A39EB368A3}" dt="2026-05-31T19:39:35.463" v="661" actId="478"/>
        <pc:sldMkLst>
          <pc:docMk/>
          <pc:sldMk cId="0" sldId="271"/>
        </pc:sldMkLst>
        <pc:spChg chg="mod">
          <ac:chgData name="JORDI XU WANG" userId="ba6f657f-373d-490c-aa5e-41839518c040" providerId="ADAL" clId="{73970770-93FF-4EC2-8495-66A39EB368A3}" dt="2026-05-31T16:03:31.064" v="232" actId="27636"/>
          <ac:spMkLst>
            <pc:docMk/>
            <pc:sldMk cId="0" sldId="271"/>
            <ac:spMk id="5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03:38.306" v="234" actId="20577"/>
          <ac:spMkLst>
            <pc:docMk/>
            <pc:sldMk cId="0" sldId="271"/>
            <ac:spMk id="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24" v="49" actId="2763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12" v="41" actId="2763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21" v="47" actId="276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14" v="42" actId="2763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27" v="51" actId="2763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6:57.118" v="564" actId="2057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28" v="52" actId="2763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15" v="43" actId="2763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4:38:34.718" v="45" actId="2763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JORDI XU WANG" userId="ba6f657f-373d-490c-aa5e-41839518c040" providerId="ADAL" clId="{73970770-93FF-4EC2-8495-66A39EB368A3}" dt="2026-05-31T16:17:25.485" v="574" actId="20577"/>
          <ac:spMkLst>
            <pc:docMk/>
            <pc:sldMk cId="0" sldId="271"/>
            <ac:spMk id="29" creationId="{00000000-0000-0000-0000-000000000000}"/>
          </ac:spMkLst>
        </pc:spChg>
      </pc:sldChg>
      <pc:sldChg chg="addSp delSp modSp add mod modTransition">
        <pc:chgData name="JORDI XU WANG" userId="ba6f657f-373d-490c-aa5e-41839518c040" providerId="ADAL" clId="{73970770-93FF-4EC2-8495-66A39EB368A3}" dt="2026-05-31T19:30:11.186" v="653"/>
        <pc:sldMkLst>
          <pc:docMk/>
          <pc:sldMk cId="324751019" sldId="272"/>
        </pc:sldMkLst>
        <pc:spChg chg="add mod">
          <ac:chgData name="JORDI XU WANG" userId="ba6f657f-373d-490c-aa5e-41839518c040" providerId="ADAL" clId="{73970770-93FF-4EC2-8495-66A39EB368A3}" dt="2026-05-31T16:04:36.939" v="306" actId="1076"/>
          <ac:spMkLst>
            <pc:docMk/>
            <pc:sldMk cId="324751019" sldId="272"/>
            <ac:spMk id="13" creationId="{A5A9EBD9-FD82-18DA-4653-CA998A8FA824}"/>
          </ac:spMkLst>
        </pc:spChg>
      </pc:sldChg>
      <pc:sldChg chg="modSp add del mod modTransition">
        <pc:chgData name="JORDI XU WANG" userId="ba6f657f-373d-490c-aa5e-41839518c040" providerId="ADAL" clId="{73970770-93FF-4EC2-8495-66A39EB368A3}" dt="2026-05-31T20:16:05.704" v="731" actId="20577"/>
        <pc:sldMkLst>
          <pc:docMk/>
          <pc:sldMk cId="3458721788" sldId="273"/>
        </pc:sldMkLst>
        <pc:spChg chg="mod">
          <ac:chgData name="JORDI XU WANG" userId="ba6f657f-373d-490c-aa5e-41839518c040" providerId="ADAL" clId="{73970770-93FF-4EC2-8495-66A39EB368A3}" dt="2026-05-31T20:16:05.704" v="731" actId="20577"/>
          <ac:spMkLst>
            <pc:docMk/>
            <pc:sldMk cId="3458721788" sldId="273"/>
            <ac:spMk id="2" creationId="{F803E1C8-30F9-6F24-8E16-5DDE9B47499E}"/>
          </ac:spMkLst>
        </pc:spChg>
      </pc:sldChg>
      <pc:sldMasterChg chg="modTransition modSldLayout">
        <pc:chgData name="JORDI XU WANG" userId="ba6f657f-373d-490c-aa5e-41839518c040" providerId="ADAL" clId="{73970770-93FF-4EC2-8495-66A39EB368A3}" dt="2026-05-31T19:30:11.186" v="653"/>
        <pc:sldMasterMkLst>
          <pc:docMk/>
          <pc:sldMasterMk cId="2826160867" sldId="2147483660"/>
        </pc:sldMasterMkLst>
        <pc:sldLayoutChg chg="modTransition">
          <pc:chgData name="JORDI XU WANG" userId="ba6f657f-373d-490c-aa5e-41839518c040" providerId="ADAL" clId="{73970770-93FF-4EC2-8495-66A39EB368A3}" dt="2026-05-31T19:30:11.186" v="653"/>
          <pc:sldLayoutMkLst>
            <pc:docMk/>
            <pc:sldMasterMk cId="2826160867" sldId="2147483660"/>
            <pc:sldLayoutMk cId="1155203630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5B499-3052-3D46-B036-2EECA6DAB782}" type="datetimeFigureOut">
              <a:rPr lang="en-US" smtClean="0"/>
              <a:t>07-Jun-26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976B2-DC2B-E644-A813-E21875759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7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D3549-4320-7793-85A7-3747D4E80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21060-E7CE-3D0D-3FE2-ADD20ABDA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74F04-CA35-AAA3-B39F-EB15F58F3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86D11-B5E1-AAA0-E615-BF876EB184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23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20363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16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slow">
    <p:push dir="u"/>
  </p:transition>
  <p:hf sldNum="0" hdr="0" ftr="0" dt="0"/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9000" y="2215555"/>
            <a:ext cx="10726420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00" kern="0" spc="195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· MULTI-CLASS IMAGE CLASSIFICATION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9000" y="2583855"/>
            <a:ext cx="9025890" cy="12267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4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American Sign Language Recognition System</a:t>
            </a:r>
            <a:endParaRPr lang="en-US" sz="4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9000" y="4064595"/>
            <a:ext cx="6985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9000" y="4420196"/>
            <a:ext cx="10726420" cy="2476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500" i="1">
                <a:solidFill>
                  <a:srgbClr val="A0B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Sinan Büyük · Michael Eith · Jordi Xu Wang</a:t>
            </a:r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Picture 11" descr="Marca UPF - Manual d'Identitat Visual de la Universitat ...">
            <a:extLst>
              <a:ext uri="{FF2B5EF4-FFF2-40B4-BE49-F238E27FC236}">
                <a16:creationId xmlns:a16="http://schemas.microsoft.com/office/drawing/2014/main" id="{B97F4763-856F-7053-EDA1-C4F39BFD6B5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0247085" y="5954886"/>
            <a:ext cx="1520176" cy="52632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01 - INTRODUCTION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American Sign Language?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8000" y="1817291"/>
            <a:ext cx="6645148" cy="9398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60000"/>
              </a:lnSpc>
            </a:pPr>
            <a:r>
              <a:rPr lang="en-US" sz="150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ASL is the primary language of approximately </a:t>
            </a:r>
            <a:r>
              <a:rPr lang="en-US" sz="1500" b="1">
                <a:solidFill>
                  <a:srgbClr val="B71C3F"/>
                </a:solidFill>
                <a:latin typeface="Georgia"/>
                <a:ea typeface="Georgia" pitchFamily="34" charset="-122"/>
                <a:cs typeface="Georgia" pitchFamily="34" charset="-120"/>
              </a:rPr>
              <a:t>500,000 deaf and hard-of-hearing individuals </a:t>
            </a:r>
            <a:r>
              <a:rPr lang="en-US" sz="150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in North America and is used in some capacity by up to 6-7 million Americans.</a:t>
            </a:r>
            <a:endParaRPr lang="en-US" sz="150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8000" y="2934891"/>
            <a:ext cx="6645148" cy="635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60000"/>
              </a:lnSpc>
            </a:pPr>
            <a:r>
              <a:rPr lang="en-US" sz="15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Despite this, access to human interpreters remains </a:t>
            </a:r>
            <a:r>
              <a:rPr lang="en-US" sz="15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and costly </a:t>
            </a:r>
            <a:r>
              <a:rPr lang="en-US" sz="15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creating a significant communication barrier within digital interfaces.</a:t>
            </a:r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8000" y="3798491"/>
            <a:ext cx="6451600" cy="1097855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8000" y="3798491"/>
            <a:ext cx="31750" cy="1097855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2950" y="3963591"/>
            <a:ext cx="6206998" cy="79305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55000"/>
              </a:lnSpc>
            </a:pPr>
            <a:r>
              <a:rPr lang="en-US" sz="1300" i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Objective: develop a robust model for real-time ASL recognition via standard webcams, generalizing across different signers, lighting conditions, and backgrounds.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8000" y="5099546"/>
            <a:ext cx="6451600" cy="457200"/>
          </a:xfrm>
          <a:prstGeom prst="rect">
            <a:avLst/>
          </a:prstGeom>
          <a:solidFill>
            <a:srgbClr val="F7F7F7"/>
          </a:solidFill>
          <a:ln w="9525">
            <a:solidFill>
              <a:srgbClr val="E8E8E8"/>
            </a:solidFill>
            <a:prstDash val="solid"/>
          </a:ln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2150" y="5232896"/>
            <a:ext cx="6265799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00" b="1">
                <a:solidFill>
                  <a:srgbClr val="B71C3F"/>
                </a:solidFill>
                <a:latin typeface="Georgia"/>
                <a:ea typeface="Georgia" pitchFamily="34" charset="-122"/>
                <a:cs typeface="Georgia" pitchFamily="34" charset="-120"/>
              </a:rPr>
              <a:t>37 classes: </a:t>
            </a:r>
            <a:r>
              <a:rPr lang="en-US" sz="130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digits 1-10, letters A-Z, and a "blank" class representing no sign.</a:t>
            </a:r>
            <a:endParaRPr lang="en-US" sz="130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89892" y="3197420"/>
            <a:ext cx="3429001" cy="2345907"/>
          </a:xfrm>
          <a:prstGeom prst="rect">
            <a:avLst/>
          </a:prstGeom>
          <a:solidFill>
            <a:srgbClr val="F0F0EE"/>
          </a:solidFill>
          <a:ln w="19050">
            <a:solidFill>
              <a:srgbClr val="BBBBBB"/>
            </a:solidFill>
            <a:prstDash val="dash"/>
          </a:ln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55981" y="5644927"/>
            <a:ext cx="3029375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hand gesture classes used in this study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9866FA-9029-E8DE-EC50-027DD2685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918" y="1085387"/>
            <a:ext cx="3577618" cy="447135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01 - INTRODUCTION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Domain Challenges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7050" y="1836341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VALUE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5717" y="2033192"/>
            <a:ext cx="5138009" cy="1207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Improves accessibility for Deaf and Hard-of-Hearing communities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Enables real-time transcription apps and interactive sign-learning platforms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7050" y="3641725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VALUE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5717" y="3838575"/>
            <a:ext cx="5138009" cy="120769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Well-defined image-classification task with meaningful real-world difficulty</a:t>
            </a:r>
            <a:endParaRPr lang="en-US" sz="1450">
              <a:solidFill>
                <a:prstClr val="black"/>
              </a:solidFill>
              <a:latin typeface="Georgia"/>
            </a:endParaRPr>
          </a:p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Cross-dataset generalization as the primary evaluation challenge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2826" y="1245791"/>
            <a:ext cx="6350" cy="528200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99225" y="1836341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DOMAIN-SPECIFIC CHALLENGES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02425" y="2274491"/>
            <a:ext cx="515674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ambiguity: </a:t>
            </a: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 and N differ by a single finger fold; U and V by a tiny gap between fingers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02425" y="2960887"/>
            <a:ext cx="515674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>
                <a:solidFill>
                  <a:srgbClr val="1A1A1A"/>
                </a:solidFill>
                <a:latin typeface="Georgia"/>
                <a:ea typeface="Georgia" pitchFamily="34" charset="-122"/>
                <a:cs typeface="Georgia" pitchFamily="34" charset="-120"/>
              </a:rPr>
              <a:t>Orientation is semantic: </a:t>
            </a: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flipping a gesture changes its meaning entirely - unlike standard object detection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02425" y="3647282"/>
            <a:ext cx="515674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diversity: </a:t>
            </a: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studio hands vs. cluttered real-world backgrounds, varied lighting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99226" y="4409877"/>
            <a:ext cx="5203825" cy="104775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9226" y="4409877"/>
            <a:ext cx="31750" cy="104775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21476" y="4562277"/>
            <a:ext cx="4934807" cy="7683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50000"/>
              </a:lnSpc>
            </a:pPr>
            <a:r>
              <a:rPr lang="en-US" sz="1300" i="1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These constraints directly dictate which augmentation strategies are permissible during training - horizontal and vertical flips are strictly forbidden.</a:t>
            </a:r>
            <a:endParaRPr lang="en-US" sz="1300">
              <a:solidFill>
                <a:prstClr val="black"/>
              </a:solidFill>
              <a:latin typeface="Georgi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02 - RELATED WORK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8000" y="1575990"/>
            <a:ext cx="330200" cy="330200"/>
          </a:xfrm>
          <a:prstGeom prst="rect">
            <a:avLst/>
          </a:prstGeom>
          <a:solidFill>
            <a:srgbClr val="EAD0D5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2600" y="1575990"/>
            <a:ext cx="381000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 defTabSz="609630"/>
            <a:r>
              <a:rPr lang="en-US" sz="12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1575990"/>
            <a:ext cx="10988040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Handcrafted Features + SVM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16000" y="1817290"/>
            <a:ext cx="10988040" cy="482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50000"/>
              </a:lnSpc>
            </a:pPr>
            <a:r>
              <a:rPr lang="en-US" sz="120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 features combined with Support Vector Machines. Functional in controlled lab environments, but fails to generalize to real-world lighting and background variation.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8000" y="2694781"/>
            <a:ext cx="330200" cy="330200"/>
          </a:xfrm>
          <a:prstGeom prst="rect">
            <a:avLst/>
          </a:prstGeom>
          <a:solidFill>
            <a:srgbClr val="EAD0D5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2600" y="2694781"/>
            <a:ext cx="381000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 defTabSz="609630"/>
            <a:r>
              <a:rPr lang="en-US" sz="12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16000" y="2694781"/>
            <a:ext cx="10988040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Shallow CNNs on Single Datasets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6000" y="2936081"/>
            <a:ext cx="10509251" cy="482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>
                <a:solidFill>
                  <a:srgbClr val="555555"/>
                </a:solidFill>
                <a:latin typeface="Georgia"/>
                <a:ea typeface="Georgia" pitchFamily="34" charset="-122"/>
                <a:cs typeface="Georgia" pitchFamily="34" charset="-120"/>
              </a:rPr>
              <a:t>Near-duplicate consecutive video frames leak between train/test splits, inflating metrics. Performance collapses in real-world conditions,  a common but underreported flaw.</a:t>
            </a:r>
            <a:endParaRPr lang="en-US" sz="120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8000" y="3833018"/>
            <a:ext cx="330200" cy="330200"/>
          </a:xfrm>
          <a:prstGeom prst="rect">
            <a:avLst/>
          </a:prstGeom>
          <a:solidFill>
            <a:srgbClr val="EAD0D5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2600" y="3833018"/>
            <a:ext cx="381000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 defTabSz="609630"/>
            <a:r>
              <a:rPr lang="en-US" sz="12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16000" y="3833018"/>
            <a:ext cx="10988040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MediaPipe Hands (Skeleton Landmarks)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6000" y="4074318"/>
            <a:ext cx="10509251" cy="254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>
                <a:solidFill>
                  <a:srgbClr val="555555"/>
                </a:solidFill>
                <a:latin typeface="Georgia"/>
                <a:ea typeface="Georgia" pitchFamily="34" charset="-122"/>
                <a:cs typeface="Georgia" pitchFamily="34" charset="-120"/>
              </a:rPr>
              <a:t>Rapid detection but discards texture and depth information crucial for distinguishing highly similar signs such as M, N, S, and T,  all fist-shaped gestures.</a:t>
            </a:r>
            <a:endParaRPr lang="en-US" sz="120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8000" y="4939109"/>
            <a:ext cx="11176000" cy="95250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8000" y="4939109"/>
            <a:ext cx="31750" cy="9525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92150" y="5066109"/>
            <a:ext cx="330200" cy="3302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6750" y="5066109"/>
            <a:ext cx="381000" cy="355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/>
          </a:bodyPr>
          <a:lstStyle/>
          <a:p>
            <a:pPr algn="ctr" defTabSz="609630"/>
            <a:r>
              <a:rPr lang="en-US" sz="1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0150" y="5066109"/>
            <a:ext cx="10641393" cy="228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400">
                <a:solidFill>
                  <a:srgbClr val="0C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— Current SOTA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00151" y="5307409"/>
            <a:ext cx="10325100" cy="482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Fine-tuning ImageNet-pretrained architectures on diverse, aggregated ASL datasets. Typically achieves 95–99% accuracy on benchmark sets,  but frequently under easier conditions than our evaluation.</a:t>
            </a:r>
            <a:endParaRPr lang="en-US" sz="1200">
              <a:solidFill>
                <a:prstClr val="black"/>
              </a:solidFill>
              <a:latin typeface="Georgia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03 - DATASET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Unification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8000" y="1220391"/>
            <a:ext cx="1502668" cy="508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/>
            <a:r>
              <a:rPr lang="en-US" sz="38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48,183</a:t>
            </a:r>
            <a:endParaRPr lang="en-US"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8000" y="1702990"/>
            <a:ext cx="1756668" cy="2825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/>
            <a:r>
              <a:rPr lang="en-US" sz="11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images after filtering</a:t>
            </a:r>
            <a:endParaRPr lang="en-US" sz="11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59057" y="1182575"/>
            <a:ext cx="1105495" cy="508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/>
            <a:r>
              <a:rPr lang="en-US" sz="38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59057" y="1728391"/>
            <a:ext cx="1105495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datasets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958941" y="1175398"/>
            <a:ext cx="1064121" cy="508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/>
            <a:r>
              <a:rPr lang="en-US" sz="38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8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58941" y="1725216"/>
            <a:ext cx="1064121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gesture classes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8000" y="2077641"/>
            <a:ext cx="6477000" cy="34925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7700" y="2166541"/>
            <a:ext cx="2308799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60514" y="2166541"/>
            <a:ext cx="2141301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5309" y="2166541"/>
            <a:ext cx="1385391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Resolution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8000" y="2753916"/>
            <a:ext cx="2512814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7700" y="2503091"/>
            <a:ext cx="2308799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 Alphabet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020814" y="2753916"/>
            <a:ext cx="235019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60514" y="2503091"/>
            <a:ext cx="2141301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371009" y="2753916"/>
            <a:ext cx="161399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85309" y="2503091"/>
            <a:ext cx="1385391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× 200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8000" y="2760266"/>
            <a:ext cx="6477000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8000" y="3090466"/>
            <a:ext cx="2512814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700" y="2836465"/>
            <a:ext cx="230879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ASL-HG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20814" y="3090466"/>
            <a:ext cx="235019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160514" y="2836465"/>
            <a:ext cx="214130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Mendeley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71009" y="3090466"/>
            <a:ext cx="161399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485309" y="2836465"/>
            <a:ext cx="138539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 HD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8000" y="3427016"/>
            <a:ext cx="2512814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7700" y="3173015"/>
            <a:ext cx="230879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ASL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20814" y="3427016"/>
            <a:ext cx="235019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160514" y="3173015"/>
            <a:ext cx="214130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71009" y="3427016"/>
            <a:ext cx="161399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5309" y="3173015"/>
            <a:ext cx="138539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 × 400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08000" y="3433366"/>
            <a:ext cx="6477000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8000" y="3763566"/>
            <a:ext cx="2512814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7700" y="3509565"/>
            <a:ext cx="230879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LexSet Synthetic (×2)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20814" y="3763566"/>
            <a:ext cx="235019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160514" y="3509565"/>
            <a:ext cx="214130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Kaggle (Synthetic)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371009" y="3763566"/>
            <a:ext cx="161399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5309" y="3509565"/>
            <a:ext cx="138539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94559" y="3969344"/>
            <a:ext cx="6477000" cy="67310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08000" y="3950891"/>
            <a:ext cx="31750" cy="673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683868" y="3950891"/>
            <a:ext cx="6350" cy="673100"/>
          </a:xfrm>
          <a:prstGeom prst="rect">
            <a:avLst/>
          </a:prstGeom>
          <a:solidFill>
            <a:srgbClr val="E0D0D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64560" y="4065191"/>
            <a:ext cx="1894497" cy="2984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 defTabSz="609630"/>
            <a:r>
              <a:rPr lang="en-US" sz="19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33,727</a:t>
            </a:r>
            <a:endParaRPr lang="en-US" sz="19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64560" y="4338241"/>
            <a:ext cx="1894497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(70%)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834434" y="3950891"/>
            <a:ext cx="6350" cy="673100"/>
          </a:xfrm>
          <a:prstGeom prst="rect">
            <a:avLst/>
          </a:prstGeom>
          <a:solidFill>
            <a:srgbClr val="E0D0D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815026" y="4065191"/>
            <a:ext cx="1894599" cy="2984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 defTabSz="609630"/>
            <a:r>
              <a:rPr lang="en-US" sz="19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7,231</a:t>
            </a:r>
            <a:endParaRPr lang="en-US" sz="19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815026" y="4338241"/>
            <a:ext cx="1894599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(15%)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4965593" y="4065191"/>
            <a:ext cx="1894599" cy="2984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 defTabSz="609630"/>
            <a:r>
              <a:rPr lang="en-US" sz="19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7,225</a:t>
            </a:r>
            <a:endParaRPr lang="en-US" sz="19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965593" y="4338241"/>
            <a:ext cx="1894599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algn="ctr"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(15%)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08000" y="4801791"/>
            <a:ext cx="667131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stratified split applied after merging, every source contributes to every split.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419628" y="2889539"/>
            <a:ext cx="4191000" cy="2413000"/>
          </a:xfrm>
          <a:prstGeom prst="rect">
            <a:avLst/>
          </a:prstGeom>
          <a:solidFill>
            <a:srgbClr val="F0F0EE"/>
          </a:solidFill>
          <a:ln w="19050">
            <a:solidFill>
              <a:srgbClr val="BBBBBB"/>
            </a:solidFill>
            <a:prstDash val="dash"/>
          </a:ln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291358" y="5404139"/>
            <a:ext cx="4447540" cy="368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algn="ctr"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sign across source datasets, illustrating the visual domain gap between sources.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6C81CC7-5E54-2B2D-31B3-FA7384DC0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263" y="789249"/>
            <a:ext cx="4656484" cy="461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DATASET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Augmentation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8000" y="1601391"/>
            <a:ext cx="732536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NEAR-DUPLICATE FRAME FILTERING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1200" y="1861741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ASL-HG: retain </a:t>
            </a:r>
            <a:r>
              <a:rPr lang="en-US" sz="1450" b="1">
                <a:solidFill>
                  <a:srgbClr val="1A1A1A"/>
                </a:solidFill>
                <a:latin typeface="Georgia"/>
                <a:ea typeface="Georgia" pitchFamily="34" charset="-122"/>
                <a:cs typeface="Georgia" pitchFamily="34" charset="-120"/>
              </a:rPr>
              <a:t>1 in 50 frames -</a:t>
            </a: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 reduces to ~30 images per class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1200" y="2200225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ASL Alphabet: retain </a:t>
            </a:r>
            <a:r>
              <a:rPr lang="en-US" sz="1450" b="1">
                <a:solidFill>
                  <a:srgbClr val="1A1A1A"/>
                </a:solidFill>
                <a:latin typeface="Georgia"/>
                <a:ea typeface="Georgia" pitchFamily="34" charset="-122"/>
                <a:cs typeface="Georgia" pitchFamily="34" charset="-120"/>
              </a:rPr>
              <a:t>1 in 20 frames -</a:t>
            </a: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 reduces to ~151 images per class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1200" y="2878336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Prevents data leakage from consecutive near-identical video frames across splits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8000" y="3348534"/>
            <a:ext cx="732536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SHARDING &amp; NORMALIZATION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1200" y="3608884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Packed into WebDataset tar shards I/O efficiency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1200" y="3964782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/>
                <a:ea typeface="Georgia" pitchFamily="34" charset="-122"/>
                <a:cs typeface="Georgia" pitchFamily="34" charset="-120"/>
              </a:rPr>
              <a:t>Stats computed from 8,000 training images only -&gt; no data snooping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1200" y="4320679"/>
            <a:ext cx="7122160" cy="24636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200" i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= [0.4876, 0.4538, 0.4196] / std = [0.2514, 0.2589, 0.2716]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8000" y="4744840"/>
            <a:ext cx="732536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DOMAIN-SPECIFIC AUGMENTATION (TRAINING ONLY)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1200" y="5005190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Resize to 224 × 224; random affine (±15° rotation, 15% translation, 10° shear)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200" y="5348387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Jitter · Gaussian Blur · Random Erasing (p = 0.2)</a:t>
            </a:r>
            <a:endParaRPr lang="en-US" sz="14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1200" y="5691585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>
                <a:solidFill>
                  <a:srgbClr val="B71C3F"/>
                </a:solidFill>
                <a:latin typeface="Georgia"/>
                <a:ea typeface="Georgia" pitchFamily="34" charset="-122"/>
                <a:cs typeface="Georgia" pitchFamily="34" charset="-120"/>
              </a:rPr>
              <a:t>No horizontal/vertical flips · No 90° rotations - orientation is meaning</a:t>
            </a:r>
            <a:endParaRPr lang="en-US" sz="145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33360" y="6040924"/>
            <a:ext cx="3793490" cy="368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algn="ctr" defTabSz="609630"/>
            <a:r>
              <a:rPr lang="en-US" sz="1200" i="1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FD29CB73-0A9E-1195-F77E-A75D73F2C570}"/>
              </a:ext>
            </a:extLst>
          </p:cNvPr>
          <p:cNvSpPr/>
          <p:nvPr/>
        </p:nvSpPr>
        <p:spPr>
          <a:xfrm>
            <a:off x="711200" y="2541637"/>
            <a:ext cx="7122160" cy="292397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ASL: retain </a:t>
            </a:r>
            <a:r>
              <a:rPr lang="en-US" sz="145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50 frames </a:t>
            </a: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(only for videos)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A6CB47D-5076-9F5E-E17B-A0EC08AE4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097" y="377825"/>
            <a:ext cx="3226016" cy="553524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9000" y="2422526"/>
            <a:ext cx="1072642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8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9000" y="2746375"/>
            <a:ext cx="7194550" cy="1358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05000"/>
              </a:lnSpc>
            </a:pPr>
            <a:r>
              <a:rPr lang="en-US" sz="50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Methodology</a:t>
            </a:r>
            <a:endParaRPr lang="en-US" sz="50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9000" y="4410075"/>
            <a:ext cx="635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04 - METHODOLOGY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 Architectures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92826" y="1220391"/>
            <a:ext cx="6350" cy="530740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5306" y="1906191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 CNNS - INCREMENTAL ABLATION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5306" y="2318941"/>
            <a:ext cx="5359940" cy="482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 i="1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model isolates a single component's contribution. All 37-dimensional output logits.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8506" y="2928541"/>
            <a:ext cx="515674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BaselineCNN</a:t>
            </a:r>
            <a:r>
              <a:rPr lang="en-US" sz="145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b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2-block conv network; performance floor (0.16M params)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8506" y="3576837"/>
            <a:ext cx="515674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 b="1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DeepCNN</a:t>
            </a:r>
            <a:r>
              <a:rPr lang="en-US" sz="145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b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4-block; tests whether capacity alone generalizes (1.45M params)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8506" y="4689873"/>
            <a:ext cx="5156740" cy="32781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Batch Normalization -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addresses optimization instability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8506" y="4338439"/>
            <a:ext cx="5156740" cy="327819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Dropout (p = 0.5) </a:t>
            </a:r>
            <a:r>
              <a:rPr lang="en-US" sz="1300" b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regularization ablation on top of BN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89506" y="1807766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</a:t>
            </a:r>
            <a:r>
              <a:rPr lang="en-US" sz="1200" kern="0" spc="120" dirty="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PRETRAINED BACKBONES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89506" y="2220516"/>
            <a:ext cx="5359940" cy="254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 i="1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ImageNet-pretrained; classifier head replaced with Dropout + Linear(37).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89507" y="2601516"/>
            <a:ext cx="5203825" cy="3746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89506" y="2601516"/>
            <a:ext cx="25400" cy="37465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54607" y="2690416"/>
            <a:ext cx="841673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ResNet-18</a:t>
            </a: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43981" y="2703116"/>
            <a:ext cx="106045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11.18M params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89507" y="3065066"/>
            <a:ext cx="5203825" cy="3746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506" y="3065066"/>
            <a:ext cx="25400" cy="37465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54607" y="3153966"/>
            <a:ext cx="861615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</a:t>
            </a: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498836" y="3166666"/>
            <a:ext cx="1105595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25.56M params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89507" y="3528616"/>
            <a:ext cx="5203825" cy="3746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89506" y="3528616"/>
            <a:ext cx="25400" cy="37465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54607" y="3617516"/>
            <a:ext cx="1251049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EfficientNet-B0</a:t>
            </a: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579403" y="3630216"/>
            <a:ext cx="1025029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5.29M params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89507" y="3992166"/>
            <a:ext cx="5203825" cy="3746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89506" y="3992166"/>
            <a:ext cx="25400" cy="37465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54606" y="4081066"/>
            <a:ext cx="1558727" cy="2222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defTabSz="609630"/>
            <a:r>
              <a:rPr lang="en-US" sz="13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MobileNetV3-Small</a:t>
            </a: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579501" y="4093766"/>
            <a:ext cx="102493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2.54M params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89507" y="4544616"/>
            <a:ext cx="5203825" cy="984250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89507" y="4544616"/>
            <a:ext cx="31750" cy="98425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11757" y="4697016"/>
            <a:ext cx="4934807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b="1">
                <a:solidFill>
                  <a:srgbClr val="0C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Two-Phase Training Strategy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11757" y="4919266"/>
            <a:ext cx="4934807" cy="4826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 b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</a:t>
            </a:r>
            <a:r>
              <a:rPr lang="en-US" sz="12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Freeze backbone, train head only (5 epochs) </a:t>
            </a:r>
          </a:p>
          <a:p>
            <a:pPr defTabSz="609630">
              <a:lnSpc>
                <a:spcPct val="150000"/>
              </a:lnSpc>
            </a:pPr>
            <a:r>
              <a:rPr lang="en-US" sz="1200" b="1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</a:t>
            </a:r>
            <a:r>
              <a:rPr lang="en-US" sz="12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Unfreeze all layers, fine-tune end-to-end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E8415A01-E7A2-0B9B-22BE-B7BE0B8D7531}"/>
              </a:ext>
            </a:extLst>
          </p:cNvPr>
          <p:cNvSpPr/>
          <p:nvPr/>
        </p:nvSpPr>
        <p:spPr>
          <a:xfrm>
            <a:off x="688506" y="5044282"/>
            <a:ext cx="5156740" cy="32781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Augmentation -</a:t>
            </a:r>
            <a:r>
              <a:rPr lang="en-US" sz="13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improves generalization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05 - TRAINING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8000" y="2078807"/>
            <a:ext cx="5203825" cy="3556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7700" y="2167707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17813" y="2167707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8000" y="276143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7700" y="2510607"/>
            <a:ext cx="1955816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78113" y="276143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17813" y="2510607"/>
            <a:ext cx="2845324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8000" y="2767782"/>
            <a:ext cx="5203825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8000" y="309798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7700" y="284398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Rate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678113" y="309798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17813" y="284398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1e-3 | 1e-4 with Cosine Annealing 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8000" y="343453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7700" y="318053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Weight Decay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78113" y="343453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17813" y="318053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1e-4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8000" y="3440882"/>
            <a:ext cx="5203825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8000" y="377108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7700" y="351708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Epochs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678113" y="377108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817813" y="351708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8000" y="410763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7700" y="385363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678113" y="410763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17813" y="385363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Class-weighted Cross-Entropy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8000" y="4113982"/>
            <a:ext cx="5203825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8000" y="444418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7700" y="419018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Clipping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678113" y="444418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17813" y="419018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norm = 1.0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08000" y="4780732"/>
            <a:ext cx="21701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7700" y="4526731"/>
            <a:ext cx="1955816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Mixed Precision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678113" y="4780732"/>
            <a:ext cx="303371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817813" y="4526731"/>
            <a:ext cx="2845324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Enabled (AMP)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92826" y="1220391"/>
            <a:ext cx="6350" cy="530740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80175" y="2078807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HANDLING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80175" y="2339157"/>
            <a:ext cx="5359940" cy="84812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60000"/>
              </a:lnSpc>
            </a:pPr>
            <a:r>
              <a:rPr lang="en-US" sz="13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"blank" class is over-represented with </a:t>
            </a:r>
            <a:r>
              <a:rPr lang="en-US" sz="135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1,422 images </a:t>
            </a:r>
            <a:r>
              <a:rPr lang="en-US" sz="13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roughly </a:t>
            </a:r>
            <a:r>
              <a:rPr lang="en-US" sz="135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 </a:t>
            </a:r>
            <a:r>
              <a:rPr lang="en-US" sz="13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digit classes. Inverse-frequency class weights penalize majority-class bias in the loss.</a:t>
            </a:r>
            <a:endParaRPr lang="en-US" sz="13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80175" y="3365079"/>
            <a:ext cx="535994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EVALUATION METRIC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80176" y="3625429"/>
            <a:ext cx="5203825" cy="1392932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80176" y="3625429"/>
            <a:ext cx="31750" cy="1392932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715126" y="3790529"/>
            <a:ext cx="4921790" cy="1088132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55000"/>
              </a:lnSpc>
            </a:pPr>
            <a:r>
              <a:rPr lang="en-US" b="1" i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Macro-F1 </a:t>
            </a:r>
            <a:r>
              <a:rPr lang="en-US" sz="1200" i="1">
                <a:solidFill>
                  <a:srgbClr val="2A2A2A"/>
                </a:solidFill>
                <a:highlight>
                  <a:srgbClr val="F7F2F3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Equal weight per class, robust to imbalance. Also tracked: Accuracy, Balanced Accuracy, and parameter count.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89000" y="2422526"/>
            <a:ext cx="1072642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8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9000" y="2746375"/>
            <a:ext cx="10726420" cy="1358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marL="0" marR="0" lvl="0" indent="0" algn="l" defTabSz="60963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89000" y="4410075"/>
            <a:ext cx="635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06 - RESULTS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Results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8000" y="1974887"/>
            <a:ext cx="11176000" cy="3683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7700" y="2063787"/>
            <a:ext cx="4675642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defTabSz="609630"/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29052" y="2063787"/>
            <a:ext cx="1737220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Params (M)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90904" y="2063787"/>
            <a:ext cx="1263749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F1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83254" y="2063787"/>
            <a:ext cx="1290141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Acc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01995" y="2063787"/>
            <a:ext cx="116770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3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 Acc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8000" y="2343187"/>
            <a:ext cx="11176000" cy="333375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8000" y="267021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7700" y="2419387"/>
            <a:ext cx="4675642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ResNet-50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(Transfer)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18721" y="267021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29052" y="2419387"/>
            <a:ext cx="1737220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25.56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76604" y="267021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90904" y="2419387"/>
            <a:ext cx="1263749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99.59%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68954" y="267021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83254" y="2419387"/>
            <a:ext cx="1290141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99.61%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0287695" y="267021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401995" y="2419387"/>
            <a:ext cx="1167705" cy="2000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99.59%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8000" y="2676562"/>
            <a:ext cx="11176000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8000" y="300676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7700" y="2752761"/>
            <a:ext cx="4675642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EfficientNet-B0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(Transfer)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18721" y="300676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429052" y="2752761"/>
            <a:ext cx="1737220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5.29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76604" y="300676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390904" y="2752761"/>
            <a:ext cx="126374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99.57%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68954" y="300676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83254" y="2752761"/>
            <a:ext cx="129014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99.60%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287695" y="300676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401995" y="2752761"/>
            <a:ext cx="1167705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99.57%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8000" y="3013112"/>
            <a:ext cx="11176000" cy="3365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08000" y="334331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47700" y="3089311"/>
            <a:ext cx="4675642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ResNet-18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(Transfer)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318721" y="334331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29052" y="3089311"/>
            <a:ext cx="1737220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11.18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276604" y="334331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90904" y="3089311"/>
            <a:ext cx="126374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99.46%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768954" y="334331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883254" y="3089311"/>
            <a:ext cx="129014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99.49%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10287695" y="334331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0401995" y="3089311"/>
            <a:ext cx="1167705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99.45%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08000" y="3349662"/>
            <a:ext cx="11176000" cy="339725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8000" y="3676687"/>
            <a:ext cx="11176000" cy="127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08000" y="3683037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47700" y="3425861"/>
            <a:ext cx="4675642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MobileNetV3-Small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(Transfer)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318721" y="3683037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429052" y="3425861"/>
            <a:ext cx="1737220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2.54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276604" y="3683037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390904" y="3425861"/>
            <a:ext cx="1263749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98.92%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8768954" y="3683037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883254" y="3425861"/>
            <a:ext cx="1290141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98.95%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287695" y="3683037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0401995" y="3425861"/>
            <a:ext cx="1167705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98.92%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08000" y="3689387"/>
            <a:ext cx="11176000" cy="339725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508000" y="402276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47700" y="3765587"/>
            <a:ext cx="4675642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DeepCNN + BN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(Scratch)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318721" y="402276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429052" y="3765587"/>
            <a:ext cx="1737220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276604" y="402276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390904" y="3765587"/>
            <a:ext cx="1263749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95.76%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8768954" y="402276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883254" y="3765587"/>
            <a:ext cx="1290141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95.71%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10287695" y="402276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10401995" y="3765587"/>
            <a:ext cx="1167705" cy="20637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95.75%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508000" y="4029112"/>
            <a:ext cx="11176000" cy="33655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08000" y="435931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47700" y="4105311"/>
            <a:ext cx="4675642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DeepCNN + BN + Dropout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(Scratch)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318721" y="435931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5429052" y="4105311"/>
            <a:ext cx="1737220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7276604" y="435931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390904" y="4105311"/>
            <a:ext cx="126374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93.49%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8768954" y="435931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8883254" y="4105311"/>
            <a:ext cx="129014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93.33%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0287695" y="435931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401995" y="4105311"/>
            <a:ext cx="1167705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93.43%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508000" y="4365662"/>
            <a:ext cx="11176000" cy="336550"/>
          </a:xfrm>
          <a:prstGeom prst="rect">
            <a:avLst/>
          </a:prstGeom>
          <a:solidFill>
            <a:srgbClr val="F7F2F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508000" y="4695862"/>
            <a:ext cx="4810720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647700" y="4441861"/>
            <a:ext cx="4675642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BaselineCNN </a:t>
            </a:r>
            <a:r>
              <a:rPr lang="en-US" sz="120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(Scratch)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5318721" y="4695862"/>
            <a:ext cx="1957883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5429052" y="4441861"/>
            <a:ext cx="1737220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0.16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7276604" y="4695862"/>
            <a:ext cx="1492349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390904" y="4441861"/>
            <a:ext cx="1263749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69.29%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768954" y="4695862"/>
            <a:ext cx="1518741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883254" y="4441861"/>
            <a:ext cx="1290141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69.65%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0287695" y="4695862"/>
            <a:ext cx="1396305" cy="6350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10401995" y="4441861"/>
            <a:ext cx="1167705" cy="2032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ctr">
            <a:normAutofit fontScale="92500" lnSpcReduction="10000"/>
          </a:bodyPr>
          <a:lstStyle/>
          <a:p>
            <a:pPr algn="ctr" defTabSz="609630"/>
            <a:r>
              <a:rPr lang="en-US" sz="12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69.46%</a:t>
            </a:r>
            <a:endParaRPr lang="en-US" sz="12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508000" y="4832387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Evaluated on the untouched held-out test set. Macro-F1 is the primary metric (equal weight per class).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803E1C8-30F9-6F24-8E16-5DDE9B47499E}"/>
              </a:ext>
            </a:extLst>
          </p:cNvPr>
          <p:cNvSpPr/>
          <p:nvPr/>
        </p:nvSpPr>
        <p:spPr>
          <a:xfrm>
            <a:off x="517525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06 - RESULTS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E5A17C5-D30C-9332-3CB7-2E626711C4A5}"/>
              </a:ext>
            </a:extLst>
          </p:cNvPr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9BB8E6-9CC8-2E8D-984A-7330C5D86BBD}"/>
              </a:ext>
            </a:extLst>
          </p:cNvPr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Curves &amp; Convergence Behaviour</a:t>
            </a:r>
            <a:endParaRPr lang="en-US" sz="2600">
              <a:solidFill>
                <a:prstClr val="black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AAEBDB0-7005-C97B-C066-0A415473AC5A}"/>
              </a:ext>
            </a:extLst>
          </p:cNvPr>
          <p:cNvSpPr/>
          <p:nvPr/>
        </p:nvSpPr>
        <p:spPr>
          <a:xfrm>
            <a:off x="324398" y="1965298"/>
            <a:ext cx="3616452" cy="82639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45000"/>
              </a:lnSpc>
            </a:pPr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 models</a:t>
            </a:r>
            <a:r>
              <a:rPr lang="en-US" sz="14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climb gradually over 30 Epochs.</a:t>
            </a:r>
            <a:endParaRPr lang="en-US" sz="1400" b="1">
              <a:solidFill>
                <a:srgbClr val="1A1A1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E9A51D0-8AE0-CB51-DC91-1F7E02D421A9}"/>
              </a:ext>
            </a:extLst>
          </p:cNvPr>
          <p:cNvSpPr/>
          <p:nvPr/>
        </p:nvSpPr>
        <p:spPr>
          <a:xfrm>
            <a:off x="324398" y="2858357"/>
            <a:ext cx="3616452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45000"/>
              </a:lnSpc>
            </a:pPr>
            <a:r>
              <a:rPr lang="en-US" sz="14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 change can be seen during switch from Deep CNN to Deep + Batch Normalization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B8F6F4-D891-277C-FD60-D7668920D648}"/>
              </a:ext>
            </a:extLst>
          </p:cNvPr>
          <p:cNvSpPr/>
          <p:nvPr/>
        </p:nvSpPr>
        <p:spPr>
          <a:xfrm>
            <a:off x="324398" y="4056143"/>
            <a:ext cx="3616452" cy="82639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45000"/>
              </a:lnSpc>
            </a:pPr>
            <a:r>
              <a:rPr lang="en-US" sz="14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BaselineCNN shows </a:t>
            </a:r>
            <a:r>
              <a:rPr lang="en-US" sz="140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overfitting by showing</a:t>
            </a:r>
            <a:r>
              <a:rPr lang="en-US" sz="14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training loss falls while validation loss rises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88">
            <a:extLst>
              <a:ext uri="{FF2B5EF4-FFF2-40B4-BE49-F238E27FC236}">
                <a16:creationId xmlns:a16="http://schemas.microsoft.com/office/drawing/2014/main" id="{64C2566A-85C6-F384-EC86-56C23BB17D7C}"/>
              </a:ext>
            </a:extLst>
          </p:cNvPr>
          <p:cNvSpPr/>
          <p:nvPr/>
        </p:nvSpPr>
        <p:spPr>
          <a:xfrm>
            <a:off x="4899891" y="5173481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235FE22-3F75-A937-CB0A-8CFEF663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773" y="1055126"/>
            <a:ext cx="3657600" cy="24660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81ABCD-1C21-6308-58D8-CC9DC3958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773" y="3523251"/>
            <a:ext cx="3657600" cy="246603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5BCD4E-93F7-F01E-930D-0FE053D8F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296" y="1030195"/>
            <a:ext cx="3657600" cy="24660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41663E-254A-E756-592D-E0ACCDACC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923" y="3520303"/>
            <a:ext cx="3661973" cy="246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2178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06 - RESULTS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Dynamics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7224376" y="2864097"/>
            <a:ext cx="3616452" cy="82639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models </a:t>
            </a:r>
            <a:r>
              <a:rPr lang="en-US" sz="145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converge in a few epochs</a:t>
            </a:r>
          </a:p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→ fine-tune jump at epoch 5 is clearly visible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2A5768E-57BB-9373-CF9B-7A4D0BDF5913}"/>
              </a:ext>
            </a:extLst>
          </p:cNvPr>
          <p:cNvSpPr/>
          <p:nvPr/>
        </p:nvSpPr>
        <p:spPr>
          <a:xfrm>
            <a:off x="7224376" y="3810594"/>
            <a:ext cx="3616452" cy="826393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>
              <a:lnSpc>
                <a:spcPct val="145000"/>
              </a:lnSpc>
            </a:pPr>
            <a:r>
              <a:rPr lang="en-US" sz="145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though EfficientNet-B0 has only 1/5 of the parameters, it performs equally well to ResNet-50</a:t>
            </a:r>
            <a:endParaRPr lang="en-US" sz="14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DC0FEB-4007-41D1-A9DE-C3BD7A4B4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258" y="1114442"/>
            <a:ext cx="4315669" cy="539230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i="1" kern="0" spc="144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06 - RESULTS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>
              <a:lnSpc>
                <a:spcPct val="110000"/>
              </a:lnSpc>
            </a:pPr>
            <a:r>
              <a:rPr lang="en-US" sz="260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Analysis &amp; SOTA Comparison</a:t>
            </a:r>
            <a:endParaRPr lang="en-US" sz="2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3951" y="1821749"/>
            <a:ext cx="6043422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defTabSz="609630"/>
            <a:r>
              <a:rPr lang="en-US" sz="1200" kern="0" spc="120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7151" y="2082099"/>
            <a:ext cx="5840222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BatchNorm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critical scratch lever approximately </a:t>
            </a:r>
            <a:r>
              <a:rPr lang="en-US" sz="13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 pp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gain over unregularized DeepCNN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7151" y="2755795"/>
            <a:ext cx="5840222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 saturation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~11M: ResNet-50 (25.6M) ≈ ResNet-18 (11.2M) in Test F1 as extra parameters add no generalization benefit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7151" y="3429490"/>
            <a:ext cx="6069190" cy="55939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45000"/>
              </a:lnSpc>
            </a:pPr>
            <a:r>
              <a:rPr lang="en-US" sz="1300" b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also adds a good chunk</a:t>
            </a:r>
            <a:r>
              <a:rPr lang="en-US" sz="13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the best scratch model</a:t>
            </a:r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7152" y="4052385"/>
            <a:ext cx="5363598" cy="1128995"/>
          </a:xfrm>
          <a:prstGeom prst="rect">
            <a:avLst/>
          </a:prstGeom>
          <a:solidFill>
            <a:srgbClr val="F0F4FA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37151" y="4052385"/>
            <a:ext cx="45719" cy="1128995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9402" y="4204785"/>
            <a:ext cx="5018377" cy="1813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defTabSz="609630"/>
            <a:r>
              <a:rPr lang="en-US" sz="1200" b="1">
                <a:solidFill>
                  <a:srgbClr val="0C1B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Published SOTA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59402" y="4439735"/>
            <a:ext cx="5018377" cy="655168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85000" lnSpcReduction="10000"/>
          </a:bodyPr>
          <a:lstStyle/>
          <a:p>
            <a:pPr defTabSz="609630">
              <a:lnSpc>
                <a:spcPct val="150000"/>
              </a:lnSpc>
            </a:pPr>
            <a:r>
              <a:rPr lang="en-US" sz="12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SOTA reports 95–99% on fewer classes without near-duplicate filtering. Our ResNet-50 and EfficientNet-B0 achieve </a:t>
            </a:r>
            <a:r>
              <a:rPr lang="en-US" sz="1200" b="1">
                <a:solidFill>
                  <a:srgbClr val="B71C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&gt;99.5% Test F1 </a:t>
            </a:r>
            <a:r>
              <a:rPr lang="en-US" sz="120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37-class, heavily deduplicated dataset which demonstrates genuine cross-dataset generalization.</a:t>
            </a:r>
            <a:endParaRPr lang="en-US" sz="12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45B1F6C-E23D-5202-929F-0165D2A1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341" y="2009582"/>
            <a:ext cx="5240888" cy="329079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8000" y="279400"/>
            <a:ext cx="1151128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0" cap="none" spc="144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07 — LIMITATIONS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501650"/>
            <a:ext cx="11511280" cy="388541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Observations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8000" y="966391"/>
            <a:ext cx="5080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8000" y="2049780"/>
            <a:ext cx="2641600" cy="22554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1650" y="4282404"/>
            <a:ext cx="2641600" cy="4571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8000" y="2026921"/>
            <a:ext cx="26416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800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4325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7550" y="2345729"/>
            <a:ext cx="228917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Static Frame Constraint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17550" y="2625129"/>
            <a:ext cx="2289175" cy="1397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classifies each frame independently. Continuous ASL signing relies on motion vectors and transitions. Therefore, dynamic sequence understanding is not captured by the current model.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52800" y="2049780"/>
            <a:ext cx="2641600" cy="22554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46450" y="4282404"/>
            <a:ext cx="2641600" cy="4571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52800" y="2026921"/>
            <a:ext cx="2641600" cy="254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5280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8805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62350" y="2345729"/>
            <a:ext cx="228917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Limitations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562350" y="2625129"/>
            <a:ext cx="2289175" cy="1397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Training images were predominantly from clean, hand-only settings. Performance degradation in cluttered environments remains systematically unquantified.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97600" y="2049780"/>
            <a:ext cx="2641600" cy="22554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91250" y="4282404"/>
            <a:ext cx="2641600" cy="4571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97600" y="2026921"/>
            <a:ext cx="2641600" cy="254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760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83285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7150" y="2345729"/>
            <a:ext cx="228917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Hardware Overhead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7150" y="2625129"/>
            <a:ext cx="2289175" cy="1397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Despite fewer parameters, EfficientNet-B0 required the highest GPU memory (11.6 GB) due to large intermediate activation maps from its compound scaling architecture.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42400" y="2049780"/>
            <a:ext cx="2641600" cy="22554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036050" y="4282404"/>
            <a:ext cx="2641600" cy="45719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042400" y="2026921"/>
            <a:ext cx="2641600" cy="25400"/>
          </a:xfrm>
          <a:prstGeom prst="rect">
            <a:avLst/>
          </a:prstGeom>
          <a:solidFill>
            <a:srgbClr val="0C1B33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04240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1677650" y="2049780"/>
            <a:ext cx="6350" cy="2255484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251950" y="2345729"/>
            <a:ext cx="2289175" cy="2159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Domain Gap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251950" y="2625129"/>
            <a:ext cx="2289175" cy="13970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LexSet computer-rendered hands improved minority class coverage but injected a visible domain gap via artificial skin textures and lighting falloffs absent in real-world images.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092826" y="0"/>
            <a:ext cx="635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9000" y="1525290"/>
            <a:ext cx="483670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44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07 — CONCLUSIONS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9000" y="1849140"/>
            <a:ext cx="4836700" cy="97532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/>
          </a:bodyPr>
          <a:lstStyle/>
          <a:p>
            <a:pPr marL="0" marR="0" lvl="0" indent="0" algn="l" defTabSz="60963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Deployment</a:t>
            </a:r>
            <a:endParaRPr kumimoji="0" lang="en-US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89000" y="3103860"/>
            <a:ext cx="1320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99.59%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286000" y="3288010"/>
            <a:ext cx="1770636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0B0C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best Test F1 for ResNet-50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9000" y="3624560"/>
            <a:ext cx="1320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98.92%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3808710"/>
            <a:ext cx="3397790" cy="3683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0B0C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MobileNetV3-Small, optimal edge deployment (2.54M params)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89000" y="4291310"/>
            <a:ext cx="1320800" cy="40640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95.76%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286000" y="4475460"/>
            <a:ext cx="2458513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0B0C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best scratch CNN (DeepCNN + BN)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07175" y="1403350"/>
            <a:ext cx="483670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2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07175" y="1676400"/>
            <a:ext cx="186928" cy="263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72275" y="1701800"/>
            <a:ext cx="4615243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 unified cross-dataset pipeline reaches SOTA-level accuracy on 37 classes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07175" y="2254250"/>
            <a:ext cx="186928" cy="263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72276" y="2279650"/>
            <a:ext cx="4349126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is the dominant lever: +30 pp over scratch baselines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07175" y="2832100"/>
            <a:ext cx="186928" cy="263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72276" y="2857500"/>
            <a:ext cx="4319081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MobileNetV3-Small optimal for edge, laptop inference, no dedicated GPU required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07175" y="4140200"/>
            <a:ext cx="4836700" cy="19685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10000"/>
          </a:bodyPr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120" normalizeH="0" baseline="0" noProof="0">
                <a:ln>
                  <a:noFill/>
                </a:ln>
                <a:solidFill>
                  <a:srgbClr val="B71C3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607175" y="4413250"/>
            <a:ext cx="186928" cy="263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3A4A5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772276" y="4438650"/>
            <a:ext cx="4190825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8090A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Temporal sequence modeling (Transformers / LSTMs) for continuous signing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07175" y="4978400"/>
            <a:ext cx="186928" cy="263525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 fontScale="925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3A4A5A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72276" y="5003800"/>
            <a:ext cx="4629141" cy="441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marR="0" lvl="0" indent="0" algn="l" defTabSz="60963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8090A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Automated hand-detection preprocessin which eliminates fixed ROI bounding boxes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3" name="Picture 32" descr="Marca UPF - Manual d'Identitat Visual de la Universitat ...">
            <a:extLst>
              <a:ext uri="{FF2B5EF4-FFF2-40B4-BE49-F238E27FC236}">
                <a16:creationId xmlns:a16="http://schemas.microsoft.com/office/drawing/2014/main" id="{7E2D84D2-37F6-24FA-CC62-58E397D3EF0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58293" y="5241926"/>
            <a:ext cx="1520176" cy="52632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09260-2EA2-CA4E-D35D-9CD237A5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A22E31-6315-390A-AA4C-C38DABB3EDE5}"/>
              </a:ext>
            </a:extLst>
          </p:cNvPr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B71C3F"/>
          </a:solidFill>
          <a:ln/>
        </p:spPr>
        <p:txBody>
          <a:bodyPr/>
          <a:lstStyle/>
          <a:p>
            <a:pPr defTabSz="609630"/>
            <a:endParaRPr lang="es-ES"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5A9EBD9-FD82-18DA-4653-CA998A8FA824}"/>
              </a:ext>
            </a:extLst>
          </p:cNvPr>
          <p:cNvSpPr/>
          <p:nvPr/>
        </p:nvSpPr>
        <p:spPr>
          <a:xfrm>
            <a:off x="822324" y="3058815"/>
            <a:ext cx="7445375" cy="1637010"/>
          </a:xfrm>
          <a:prstGeom prst="rect">
            <a:avLst/>
          </a:prstGeom>
          <a:noFill/>
          <a:ln/>
        </p:spPr>
        <p:txBody>
          <a:bodyPr wrap="square" lIns="16933" tIns="16933" rIns="16933" bIns="16933" rtlCol="0" anchor="t">
            <a:normAutofit/>
          </a:bodyPr>
          <a:lstStyle/>
          <a:p>
            <a:pPr defTabSz="609630">
              <a:lnSpc>
                <a:spcPct val="110000"/>
              </a:lnSpc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Time Demonstration</a:t>
            </a:r>
            <a:endParaRPr lang="en-US" sz="4000" b="1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475101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5531A1-0BC5-43B7-AE36-ECEA4BF860F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240067a-4531-4814-bec3-ed4472d1a2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Microsoft Office PowerPoint</Application>
  <PresentationFormat>Widescreen</PresentationFormat>
  <Paragraphs>240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Georgia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Sinan Büyük</dc:creator>
  <cp:lastModifiedBy>JORDI XU WANG</cp:lastModifiedBy>
  <cp:revision>31</cp:revision>
  <dcterms:created xsi:type="dcterms:W3CDTF">2026-05-27T16:58:28Z</dcterms:created>
  <dcterms:modified xsi:type="dcterms:W3CDTF">2026-06-07T12:21:15Z</dcterms:modified>
</cp:coreProperties>
</file>